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不良率推移（顧客事例 A社）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XS-500導入前</c:v>
                </c:pt>
              </c:strCache>
            </c:strRef>
          </c:tx>
          <c:spPr>
            <a:solidFill>
              <a:srgbClr val="E2E8F0"/>
            </a:solidFill>
            <a:ln w="31750" cap="flat">
              <a:solidFill>
                <a:srgbClr val="E2E8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E8F0"/>
              </a:solidFill>
              <a:ln w="9525" cap="flat">
                <a:solidFill>
                  <a:srgbClr val="E2E8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3.5</c:v>
                </c:pt>
                <c:pt idx="2">
                  <c:v>2.9</c:v>
                </c:pt>
                <c:pt idx="3">
                  <c:v>3.1</c:v>
                </c:pt>
                <c:pt idx="4">
                  <c:v>2.8</c:v>
                </c:pt>
                <c:pt idx="5">
                  <c:v>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XS-500導入後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2.1</c:v>
                </c:pt>
                <c:pt idx="2">
                  <c:v>1.5</c:v>
                </c:pt>
                <c:pt idx="3">
                  <c:v>0.9</c:v>
                </c:pt>
                <c:pt idx="4">
                  <c:v>0.6</c:v>
                </c:pt>
                <c:pt idx="5">
                  <c:v>0.4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320040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31520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産業用センサーユニット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XS-500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高精度センサーユニット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 × 圧力 × 振動  複合センシングプラットフォーム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製品説明資料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1554480" cy="155448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3317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±0.08°C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907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温度測定精度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103120"/>
            <a:ext cx="1554480" cy="155448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23317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907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防水・防塵等級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49840" y="2103120"/>
            <a:ext cx="1554480" cy="155448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49840" y="23317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49840" y="2907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MTBF目標値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4206240"/>
            <a:ext cx="155448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自動車製造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4206240"/>
            <a:ext cx="155448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電子機器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4206240"/>
            <a:ext cx="155448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食品・医薬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2025年4月　|　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製品概要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XS-500 High-Precision Sensor Unit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-500は、温度・圧力・振動の3種類のパラメータを単一ユニットで高精度に計測できる産業用複合センサーモジュールです。IP67防水設計と広い作動温度範囲（−20〜70°C）により、製造現場の過酷な環境でも安定した計測を実現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86000"/>
            <a:ext cx="4572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複合計測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7004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温度・圧力・振動を1台で同時計測。配線・設置コストを大幅削減。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28600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2286000"/>
            <a:ext cx="4572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高精度校正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67004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4点温度校正（全数実施）により±0.08°Cの測定精度を保証。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03320"/>
            <a:ext cx="4572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0332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堅牢設計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087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IP67防水・IP6X防塵。振動/衝撃試験（JIS C60068準拠）合格。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70332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3703320"/>
            <a:ext cx="4572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70332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簡単導入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4087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1Gbps対応。既存設備へのプラグアンドプレイ接続。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005840"/>
            <a:ext cx="6035040" cy="5394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143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主要仕様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06440" y="1664208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6916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温度測定範囲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0" y="16916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−40〜200°C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2039112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温度測定精度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±0.08°C（4点校正後）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2414016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4414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圧力測定範囲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0" y="24414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0〜10 MPa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2788920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281635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圧力測定精度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281635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±0.04%FS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06440" y="3163824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1912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振動検知範囲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78240" y="31912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0〜2000 Hz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3538728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5661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応答時間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35661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06440" y="3913632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394106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通信インターフェース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778240" y="394106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1Gbps / RS-485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06440" y="4288536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43159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消費電力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78240" y="43159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≤500 mW（通常動作）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06440" y="4663440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46908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防水・防塵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78240" y="46908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IP67（IEC 60529）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06440" y="5038344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5065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作動温度範囲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778240" y="5065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−20〜70°C（外気温）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06440" y="5413248"/>
            <a:ext cx="5989320" cy="3566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0" y="544068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MTBF目標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778240" y="544068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50,000時間以上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06440" y="5788152"/>
            <a:ext cx="5989320" cy="356616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581558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778240" y="581558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184×98×78 mm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XS-500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適用業種・ユースケース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Industry Applications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6576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6576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自動車製造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溶接・プレス工程の品質管理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導入メリット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溶接温度リアルタイム監視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プレス圧力の異常検知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振動による設備劣化予兆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生産データの自動記録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3291840" cy="64008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導入効果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553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不良率 35% 削減達成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33672" y="1051560"/>
            <a:ext cx="36576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33672" y="1051560"/>
            <a:ext cx="36576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電子機器製造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70832" y="1490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精密部品加工の工程監視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70832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導入メリット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6552" y="2304288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加工温度の精密管理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主軸振動のリアルタイム検知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工具寿命の予測管理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切削条件の最適化支援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4297680"/>
            <a:ext cx="3291840" cy="640080"/>
          </a:xfrm>
          <a:prstGeom prst="rect">
            <a:avLst/>
          </a:prstGeom>
          <a:solidFill>
            <a:srgbClr val="1C7293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導入効果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62272" y="4553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設備稼働率 12% 向上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47304" y="1051560"/>
            <a:ext cx="36576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7304" y="1051560"/>
            <a:ext cx="3657600" cy="82296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食品・医薬品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84464" y="1490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製造環境の品質保証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84464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導入メリット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30184" y="2304288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温度管理（HACCP対応）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容器密封圧力の確認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充填工程の振動監視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GMP記録の自動化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30184" y="4297680"/>
            <a:ext cx="3291840" cy="640080"/>
          </a:xfrm>
          <a:prstGeom prst="rect">
            <a:avLst/>
          </a:prstGeom>
          <a:solidFill>
            <a:srgbClr val="1B6B3A">
              <a:alpha val="90000"/>
            </a:srgbClr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導入効果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75904" y="4553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監査対応工数 60% 削減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XS-500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性能・信頼性データ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±0.08°C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温度測定精度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4点全数校正実施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789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防水保護等級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1m×30分 浸水なし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0789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MTBF目標値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C 5750準拠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005840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0789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3544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応答速度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フルスケール入力時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5603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126480" y="256032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0" y="2697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試験・認証取得状況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72200" y="3154680"/>
            <a:ext cx="5577840" cy="42062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2004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温度サイクル試験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32004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−40〜85°C×500サイクル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744200" y="32278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744200" y="32278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72200" y="3611880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36576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防水試験（IP67）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503920" y="36576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1m水深 30分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744200" y="36850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44200" y="36850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4069080"/>
            <a:ext cx="5577840" cy="42062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4114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振動試験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03920" y="4114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C 60068-2-6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0744200" y="41422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44200" y="4142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72200" y="4526280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09360" y="4572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衝撃試験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503920" y="45720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50G×11ms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744200" y="45994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744200" y="4599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72200" y="4983480"/>
            <a:ext cx="5577840" cy="42062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09360" y="50292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EMC（電磁環境）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503920" y="50292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55032 Class B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744200" y="50566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44200" y="50566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172200" y="5440680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09360" y="54864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安全規格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503920" y="54864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UL / RoHS2.0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744200" y="5513832"/>
            <a:ext cx="777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44200" y="55138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取得済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XS-500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製品ラインナップ・お問い合わせ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3840480"/>
          </a:xfrm>
          <a:prstGeom prst="rect">
            <a:avLst/>
          </a:prstGeom>
          <a:solidFill>
            <a:srgbClr val="0D1A2D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14630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スタンダード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XS-300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温度・圧力の2軸計測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中規模製造ラインに最適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オープン価格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RoHS2.0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097280"/>
            <a:ext cx="356616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234440"/>
            <a:ext cx="1463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ハイエンド 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XS-500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38912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温度・圧力・振動の3軸複合計測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高精度全数校正付き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オープン価格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UL / RoHS2.0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2004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現在ご提案中モデル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1097280"/>
            <a:ext cx="3566160" cy="3840480"/>
          </a:xfrm>
          <a:prstGeom prst="rect">
            <a:avLst/>
          </a:prstGeom>
          <a:solidFill>
            <a:srgbClr val="0D1A2D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3880" y="1234440"/>
            <a:ext cx="146304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プレミアム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XS-600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22960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XS-500機能 + IoTクラウド連携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予知保全ソリューション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3200400"/>
            <a:ext cx="32004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オープン価格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UL / IATF適合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5074920"/>
            <a:ext cx="11457432" cy="132588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93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お問い合わせ・資料請求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営業部：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sales@manufacturing.co.jp　|　Tel: 03-XXXX-XXXX　|　https://www.manufacturing.co.jp/xs500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XS-500 製品説明資料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XS-500 高精度センサーユニット 製品説明資料</dc:title>
  <dc:subject>PptxGenJS Presentation</dc:subject>
  <dc:creator>製造株式会社</dc:creator>
  <cp:lastModifiedBy>製造株式会社</cp:lastModifiedBy>
  <cp:revision>1</cp:revision>
  <dcterms:created xsi:type="dcterms:W3CDTF">2026-04-06T04:00:32Z</dcterms:created>
  <dcterms:modified xsi:type="dcterms:W3CDTF">2026-04-06T04:00:32Z</dcterms:modified>
</cp:coreProperties>
</file>