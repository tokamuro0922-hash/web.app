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2809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28090"/>
                </a:solidFill>
                <a:latin typeface="Arial"/>
              </a:rPr>
              <a:t>累計導入実績（社数）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累計導入社数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2809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2022年</c:v>
                  </c:pt>
                  <c:pt idx="1">
                    <c:v>2023年</c:v>
                  </c:pt>
                  <c:pt idx="2">
                    <c:v>2024年</c:v>
                  </c:pt>
                  <c:pt idx="3">
                    <c:v>2025年（予）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23</c:v>
                </c:pt>
                <c:pt idx="2">
                  <c:v>47</c:v>
                </c:pt>
                <c:pt idx="3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2809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6400800" cy="7772400"/>
          </a:xfrm>
          <a:prstGeom prst="rect">
            <a:avLst/>
          </a:prstGeom>
          <a:solidFill>
            <a:srgbClr val="01526A"/>
          </a:solidFill>
          <a:ln w="12700">
            <a:solidFill>
              <a:srgbClr val="0152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457200"/>
            <a:ext cx="5486400" cy="54864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200400"/>
            <a:ext cx="3657600" cy="36576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594360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85800"/>
            <a:ext cx="2194560" cy="36576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85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板金プレス部品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SHP-300</a:t>
            </a:r>
            <a:endParaRPr lang="en-US" sz="76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シールドプレート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318211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SPCC t3.0 / 電気亜鉛メッキ仕上げ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0" y="2103120"/>
            <a:ext cx="1645920" cy="1645920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2331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±0.05mm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83680" y="2926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穴位置精度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12480" y="2103120"/>
            <a:ext cx="1645920" cy="1645920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0" y="2331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8μm+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12480" y="2926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メッキ膜厚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241280" y="2103120"/>
            <a:ext cx="1645920" cy="1645920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241280" y="2331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Cpk1.8+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241280" y="2926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工程能力指数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10972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製品説明資料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17920" y="42062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電磁シールド × 軽量化 × 高精度プレス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0" y="4754880"/>
            <a:ext cx="1645920" cy="384048"/>
          </a:xfrm>
          <a:prstGeom prst="rect">
            <a:avLst/>
          </a:prstGeom>
          <a:solidFill>
            <a:srgbClr val="012A3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7548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センサーユニット XS-500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412480" y="4754880"/>
            <a:ext cx="1645920" cy="384048"/>
          </a:xfrm>
          <a:prstGeom prst="rect">
            <a:avLst/>
          </a:prstGeom>
          <a:solidFill>
            <a:srgbClr val="012A3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47548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制御盤シールド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241280" y="4754880"/>
            <a:ext cx="1645920" cy="384048"/>
          </a:xfrm>
          <a:prstGeom prst="rect">
            <a:avLst/>
          </a:prstGeom>
          <a:solidFill>
            <a:srgbClr val="012A3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0" y="47548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各種電子機器筐体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製造株式会社　|　2025年4月　|　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製品詳細仕様・品質実績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303520" cy="5394960"/>
          </a:xfrm>
          <a:prstGeom prst="rect">
            <a:avLst/>
          </a:prstGeom>
          <a:solidFill>
            <a:srgbClr val="012A36"/>
          </a:solidFill>
          <a:ln w="12700">
            <a:solidFill>
              <a:srgbClr val="012A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1556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製品仕様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1752" y="1618488"/>
            <a:ext cx="5248656" cy="320040"/>
          </a:xfrm>
          <a:prstGeom prst="rect">
            <a:avLst/>
          </a:prstGeom>
          <a:solidFill>
            <a:srgbClr val="01526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製品名称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5176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シールドプレート SHP-300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1752" y="1956816"/>
            <a:ext cx="5248656" cy="320040"/>
          </a:xfrm>
          <a:prstGeom prst="rect">
            <a:avLst/>
          </a:prstGeom>
          <a:solidFill>
            <a:srgbClr val="012A3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842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型番・図番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51760" y="19842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XS500-SHP-005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1752" y="2295144"/>
            <a:ext cx="5248656" cy="320040"/>
          </a:xfrm>
          <a:prstGeom prst="rect">
            <a:avLst/>
          </a:prstGeom>
          <a:solidFill>
            <a:srgbClr val="01526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225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材質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51760" y="23225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SPCC（JIS G 3141 冷間圧延鋼板）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1752" y="2633472"/>
            <a:ext cx="5248656" cy="320040"/>
          </a:xfrm>
          <a:prstGeom prst="rect">
            <a:avLst/>
          </a:prstGeom>
          <a:solidFill>
            <a:srgbClr val="012A3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609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板厚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51760" y="26609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3.0 mm（±0.1 mm）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1752" y="2971800"/>
            <a:ext cx="5248656" cy="320040"/>
          </a:xfrm>
          <a:prstGeom prst="rect">
            <a:avLst/>
          </a:prstGeom>
          <a:solidFill>
            <a:srgbClr val="01526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992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外形寸法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51760" y="2999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240×160 mm（曲げ後）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01752" y="3310128"/>
            <a:ext cx="5248656" cy="320040"/>
          </a:xfrm>
          <a:prstGeom prst="rect">
            <a:avLst/>
          </a:prstGeom>
          <a:solidFill>
            <a:srgbClr val="012A3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37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穴径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5176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Φ6.0±0.05 mm × 4穴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01752" y="3648456"/>
            <a:ext cx="5248656" cy="320040"/>
          </a:xfrm>
          <a:prstGeom prst="rect">
            <a:avLst/>
          </a:prstGeom>
          <a:solidFill>
            <a:srgbClr val="01526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758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穴位置精度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651760" y="36758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PCD 100mm ±0.15 mm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01752" y="3986784"/>
            <a:ext cx="5248656" cy="320040"/>
          </a:xfrm>
          <a:prstGeom prst="rect">
            <a:avLst/>
          </a:prstGeom>
          <a:solidFill>
            <a:srgbClr val="012A3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0142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曲げ角度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651760" y="40142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90°±0.5°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01752" y="4325112"/>
            <a:ext cx="5248656" cy="320040"/>
          </a:xfrm>
          <a:prstGeom prst="rect">
            <a:avLst/>
          </a:prstGeom>
          <a:solidFill>
            <a:srgbClr val="01526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35254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バリ高さ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651760" y="43525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≤0.1 mm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01752" y="4663440"/>
            <a:ext cx="5248656" cy="320040"/>
          </a:xfrm>
          <a:prstGeom prst="rect">
            <a:avLst/>
          </a:prstGeom>
          <a:solidFill>
            <a:srgbClr val="012A3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6908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表面処理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651760" y="46908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電気亜鉛メッキ（JIS H 0401）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01752" y="5001768"/>
            <a:ext cx="5248656" cy="320040"/>
          </a:xfrm>
          <a:prstGeom prst="rect">
            <a:avLst/>
          </a:prstGeom>
          <a:solidFill>
            <a:srgbClr val="01526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029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メッキ膜厚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651760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8±2 μm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01752" y="5340096"/>
            <a:ext cx="5248656" cy="320040"/>
          </a:xfrm>
          <a:prstGeom prst="rect">
            <a:avLst/>
          </a:prstGeom>
          <a:solidFill>
            <a:srgbClr val="012A3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53675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電磁シールド性能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651760" y="5367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≥20 dB（30MHz〜1GHz）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01752" y="5678424"/>
            <a:ext cx="5248656" cy="320040"/>
          </a:xfrm>
          <a:prstGeom prst="rect">
            <a:avLst/>
          </a:prstGeom>
          <a:solidFill>
            <a:srgbClr val="01526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70585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作動温度範囲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651760" y="57058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−20〜80°C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01752" y="6016752"/>
            <a:ext cx="5248656" cy="320040"/>
          </a:xfrm>
          <a:prstGeom prst="rect">
            <a:avLst/>
          </a:prstGeom>
          <a:solidFill>
            <a:srgbClr val="012A3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60441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質量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651760" y="60441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410 g（公称値）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897880" y="1005840"/>
            <a:ext cx="59436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080760" y="111556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量産品質実績（n=30個 測定結果）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035040" y="15727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外形寸法（長手）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092440" y="1609344"/>
            <a:ext cx="2377440" cy="182880"/>
          </a:xfrm>
          <a:prstGeom prst="rect">
            <a:avLst/>
          </a:prstGeom>
          <a:solidFill>
            <a:srgbClr val="E0F4F7"/>
          </a:solidFill>
          <a:ln w="12700">
            <a:solidFill>
              <a:srgbClr val="E0F4F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092440" y="1609344"/>
            <a:ext cx="1664208" cy="182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61320" y="15727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Cpk 2.1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035040" y="19019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外形寸法（短手）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092440" y="1938528"/>
            <a:ext cx="2377440" cy="182880"/>
          </a:xfrm>
          <a:prstGeom prst="rect">
            <a:avLst/>
          </a:prstGeom>
          <a:solidFill>
            <a:srgbClr val="E0F4F7"/>
          </a:solidFill>
          <a:ln w="12700">
            <a:solidFill>
              <a:srgbClr val="E0F4F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092440" y="1938528"/>
            <a:ext cx="1743456" cy="182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561320" y="1901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Cpk 2.2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035040" y="22311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穴径 Φ6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092440" y="2267712"/>
            <a:ext cx="2377440" cy="182880"/>
          </a:xfrm>
          <a:prstGeom prst="rect">
            <a:avLst/>
          </a:prstGeom>
          <a:solidFill>
            <a:srgbClr val="E0F4F7"/>
          </a:solidFill>
          <a:ln w="12700">
            <a:solidFill>
              <a:srgbClr val="E0F4F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092440" y="2267712"/>
            <a:ext cx="1426464" cy="182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561320" y="223113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Cpk 1.8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035040" y="2560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穴位置精度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092440" y="2596896"/>
            <a:ext cx="2377440" cy="182880"/>
          </a:xfrm>
          <a:prstGeom prst="rect">
            <a:avLst/>
          </a:prstGeom>
          <a:solidFill>
            <a:srgbClr val="E0F4F7"/>
          </a:solidFill>
          <a:ln w="12700">
            <a:solidFill>
              <a:srgbClr val="E0F4F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092440" y="2596896"/>
            <a:ext cx="1822704" cy="182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561320" y="25603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Cpk 2.3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035040" y="28895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板厚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092440" y="2926080"/>
            <a:ext cx="2377440" cy="182880"/>
          </a:xfrm>
          <a:prstGeom prst="rect">
            <a:avLst/>
          </a:prstGeom>
          <a:solidFill>
            <a:srgbClr val="E0F4F7"/>
          </a:solidFill>
          <a:ln w="12700">
            <a:solidFill>
              <a:srgbClr val="E0F4F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92440" y="2926080"/>
            <a:ext cx="1981200" cy="182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561320" y="288950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Cpk 2.5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035040" y="32186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メッキ膜厚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092440" y="3255264"/>
            <a:ext cx="2377440" cy="182880"/>
          </a:xfrm>
          <a:prstGeom prst="rect">
            <a:avLst/>
          </a:prstGeom>
          <a:solidFill>
            <a:srgbClr val="E0F4F7"/>
          </a:solidFill>
          <a:ln w="12700">
            <a:solidFill>
              <a:srgbClr val="E0F4F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092440" y="3255264"/>
            <a:ext cx="1584960" cy="182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61320" y="32186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Cpk 2.0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035040" y="3429000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全管理項目で Cpk ≥ 1.67 達成（量産目標値）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897880" y="3794760"/>
            <a:ext cx="59436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6080760" y="391363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信頼性試験 全合格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5943600" y="4370832"/>
            <a:ext cx="5806440" cy="301752"/>
          </a:xfrm>
          <a:prstGeom prst="rect">
            <a:avLst/>
          </a:prstGeom>
          <a:solidFill>
            <a:srgbClr val="EBF8FA"/>
          </a:solidFill>
          <a:ln w="12700">
            <a:solidFill>
              <a:srgbClr val="E0F4F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080760" y="43982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塩水噴霧試験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8092440" y="43982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96時間（JIS Z 2371）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10835640" y="4416552"/>
            <a:ext cx="731520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835640" y="44165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合格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5943600" y="4690872"/>
            <a:ext cx="58064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080760" y="47183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電磁シールド試験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092440" y="47183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30MHz〜1GHz測定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10835640" y="4736592"/>
            <a:ext cx="731520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835640" y="47365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合格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5943600" y="5010912"/>
            <a:ext cx="5806440" cy="301752"/>
          </a:xfrm>
          <a:prstGeom prst="rect">
            <a:avLst/>
          </a:prstGeom>
          <a:solidFill>
            <a:srgbClr val="EBF8FA"/>
          </a:solidFill>
          <a:ln w="12700">
            <a:solidFill>
              <a:srgbClr val="E0F4F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080760" y="50383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温度サイクル試験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8092440" y="50383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−20〜80°C×200サイクル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10835640" y="5056632"/>
            <a:ext cx="731520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835640" y="505663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合格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5943600" y="5330952"/>
            <a:ext cx="58064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080760" y="53583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振動試験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8092440" y="53583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JIS C 60068-2-6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10835640" y="5376672"/>
            <a:ext cx="731520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835640" y="537667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合格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5943600" y="5650992"/>
            <a:ext cx="5806440" cy="301752"/>
          </a:xfrm>
          <a:prstGeom prst="rect">
            <a:avLst/>
          </a:prstGeom>
          <a:solidFill>
            <a:srgbClr val="EBF8FA"/>
          </a:solidFill>
          <a:ln w="12700">
            <a:solidFill>
              <a:srgbClr val="E0F4F7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080760" y="56784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耐久曲げ試験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8092440" y="56784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10,000回繰り返し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10835640" y="5696712"/>
            <a:ext cx="731520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835640" y="569671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合格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5943600" y="5971032"/>
            <a:ext cx="58064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080760" y="59984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メッキ密着試験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>
            <a:off x="8092440" y="59984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碁盤目テープ剥離（JIS K 5600）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10835640" y="6016752"/>
            <a:ext cx="731520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0835640" y="60167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合格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274320" y="6583680"/>
            <a:ext cx="1164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製造株式会社　|　SHP-300 製品説明資料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導入実績・採用の決め手・お問い合わせ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005840"/>
            <a:ext cx="6172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0" y="1005840"/>
            <a:ext cx="365760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0" y="10789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172200" y="10972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A社（自動車部品メーカー）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72200" y="14173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高精度なプレス加工と全数Cpk管理により、受入検査の工数を大幅に削減できた。品質の安定性が非常に高い。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72200" y="2331720"/>
            <a:ext cx="5029200" cy="347472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72200" y="23317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受入検査工数 50% 削減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0" y="3017520"/>
            <a:ext cx="6172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69280" y="3017520"/>
            <a:ext cx="365760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30906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6172200" y="31089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B社（産業機器メーカー）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172200" y="342900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電磁シールド性能が要求値を大きく上回り、EMC対応品の設計に非常に役立っている。短納期対応も評価している。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72200" y="4343400"/>
            <a:ext cx="5029200" cy="347472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43434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EMI不良率 ゼロ 達成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65760" y="43434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採用のポイント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65760" y="4754880"/>
            <a:ext cx="292608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754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13232" y="47731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全数 Cpk≥1.67 品質保証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926080" y="4754880"/>
            <a:ext cx="292608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926080" y="4754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273552" y="47731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電磁シールド性能 ≥20dB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65760" y="5230368"/>
            <a:ext cx="292608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5230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13232" y="52486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短納期（量産品 4〜6週）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926080" y="5230368"/>
            <a:ext cx="292608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926080" y="5230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273552" y="52486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RoHS2.0 / CE 対応済み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669280" y="4937760"/>
            <a:ext cx="6172200" cy="1508760"/>
          </a:xfrm>
          <a:prstGeom prst="rect">
            <a:avLst/>
          </a:prstGeom>
          <a:solidFill>
            <a:srgbClr val="012A36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5852160" y="50749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お問い合わせ・サンプル請求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5852160" y="5468112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営業部：</a:t>
            </a:r>
            <a:pPr indent="0" marL="0">
              <a:buNone/>
            </a:pPr>
            <a:r>
              <a:rPr lang="en-US" sz="1200" dirty="0">
                <a:solidFill>
                  <a:srgbClr val="C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sales@manufacturing.co.jp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Tel：03-XXXX-XXXX　|　https://www.manufacturing.co.jp/shp300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274320" y="6583680"/>
            <a:ext cx="1164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製造株式会社　|　SHP-300 製品説明資料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SHP-300 シールドプレート 製品説明資料</dc:title>
  <dc:subject>PptxGenJS Presentation</dc:subject>
  <dc:creator>製造株式会社</dc:creator>
  <cp:lastModifiedBy>製造株式会社</cp:lastModifiedBy>
  <cp:revision>1</cp:revision>
  <dcterms:created xsi:type="dcterms:W3CDTF">2026-04-06T04:00:33Z</dcterms:created>
  <dcterms:modified xsi:type="dcterms:W3CDTF">2026-04-06T04:00:33Z</dcterms:modified>
</cp:coreProperties>
</file>